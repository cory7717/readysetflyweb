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2608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20624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40080" y="914400"/>
            <a:ext cx="2194560" cy="2194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B1F3A"/>
                </a:solidFill>
              </a:rPr>
              <a:t>READY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28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B1F3A"/>
                </a:solidFill>
              </a:rPr>
              <a:t>SET FLY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40480" y="731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Aviation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3840480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B429"/>
                </a:solidFill>
              </a:rPr>
              <a:t>Marketplace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8404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with the Planning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384048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Tools Built In.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38404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Pre-Seed Investment Opportunity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8404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readysetfly.us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Pilots Are Flying Blind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They Ever Leave the Ground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8288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Pilots bounce between 5–8 different apps for weather, NOTAMs, flight planning, and comms. Nothing talks to anything else.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288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Unified Marketplace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Aircraft rental &amp; listing is scattered across FBOs, Craigslist, and word-of-mouth. No dedicated GA marketplace exists.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Outdated Resources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Existing tools are clunky, desktop-first, and built for professionals — not the 800K+ active GA pilots in the US.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One Platform. Every Tool. One Community.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44"/>
                </a:solidFill>
              </a:rPr>
              <a:t>Ready Set Fly is the aviation marketplace with the planning tools built in — the only platform where pilots can rent or list aircraft AND complete their full pre-flight workflow in a single destination.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18288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18288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B429"/>
                </a:solidFill>
              </a:rPr>
              <a:t>TOOL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94436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37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Tools drive pilots to the platform → pilots discover the marketplace → marketplace revenue funds better tools.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530352"/>
            <a:ext cx="4069080" cy="43434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594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0B429"/>
                </a:solidFill>
              </a:rPr>
              <a:t>PLATFORM TOOLS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15568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85232" y="1161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Flight Planner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66560" y="100584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1556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05472" y="1161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Weather Briefing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846320" y="187452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8424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232" y="2029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E6B Calculator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66560" y="187452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98424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05472" y="2029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 Logbook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46320" y="274320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5292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85232" y="2898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Radio Comms Trainer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766560" y="274320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85292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05472" y="2898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GPS Simulator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846320" y="361188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2160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85232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CFI Directory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6766560" y="361188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721608"/>
            <a:ext cx="292608" cy="29260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05472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Aircraft Marketplace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Massive, Underserved Market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800K+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GA Pilots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 FAA — United States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$6.4B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 Market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US market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180K+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 Aircraft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Available/registered US fleet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$2.1B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Aircraft Rental TAM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Addressable opportunity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1691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Why Now?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2900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34290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Post-COVID pilot surge — student pilot certifications up 28% since 2020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76472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22960" y="37764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Mobile-first pilots expect integrated digital experiences — legacy tools haven't adapted</a:t>
            </a:r>
            <a:endParaRPr lang="en-US" sz="10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2394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22960" y="4123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 dominant GA marketplace platform exists — the space is wide open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TRACTION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Early Signals Are Strong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1,294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Active Users QTD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Jan 1 – Mar 11, 2026 · 99.7% new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30K+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Events QTD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94s avg engagement time per user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~7%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Bounce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Tool Hub &amp; Marketplace — industry 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5x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Signup 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After landing page conversion sprint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907792"/>
            <a:ext cx="5303520" cy="173736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07792"/>
            <a:ext cx="5303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6012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GA4 Highlights  ·  QTD Jan–Mar 2026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340156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Facebook is the #1 acquisition channel (678 users), with 594 direct — showing strong word-of-mouth. The Tool Hub leads with 7,081 views at a 7.6% bounce rate, and the Marketplace page draws 4,793 views at 7.3% bounce. The E6B tool averages 7.2 events per user — a strong signal of deep engagement. Aircraft Rentals page: 0% bounce rate.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06440" y="2907792"/>
            <a:ext cx="3017520" cy="1737360"/>
          </a:xfrm>
          <a:prstGeom prst="rect">
            <a:avLst/>
          </a:prstGeom>
          <a:solidFill>
            <a:srgbClr val="EEF3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98932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Platform Status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✓  Full-stack app live (React / Express / PG)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943600" y="3538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✓  11+ integrated tools deployed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9436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</a:rPr>
              <a:t>✓  Logbook + Pro subscription system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94360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✓  CFI Dashboard &amp; Directory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943600" y="4142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✓  AI Weather &amp; NOTAM Translator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94360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✓  Fuel Price Finder (mock → AirNav ready)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PRODUCT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Engines. One Platform.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069080" cy="35661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06908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</a:rPr>
              <a:t>Aircraft Marketplace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List &amp; Rent Traditional Aircraft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First 5 listings FREE with TAILWINDS code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Verified pilot community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7724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Integrated with logbook + ratings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Promo pricing active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7724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Revenue model: listing fees + premium tiers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AirNav fuel integration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77724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Env-var swappable provider architecture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54880" y="1234440"/>
            <a:ext cx="4069080" cy="35661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1234440"/>
            <a:ext cx="406908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716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</a:rPr>
              <a:t>Pilot Tool Hub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92024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Flight Planner + E6B Calculator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21208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Full pre-flight workflow in one place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56032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1208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Weather &amp; NOTAM Translator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21208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Plain-English decoding, real-time updates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20040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12080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Radio Comms &amp; GPS Simulators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21208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Training tools for student pilots &amp; CFIs</a:t>
            </a:r>
            <a:endParaRPr lang="en-US" sz="9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840480"/>
            <a:ext cx="228600" cy="2286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12080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CFI Dashboard + Training Center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21208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 tier for instructors, schools &amp; students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Multiple Revenue Streams,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Built for Scale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77393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737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Marketplace Fees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993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Listing fees, premium placement, and transaction fees on aircraft rentals and sales.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7560" y="173736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ACTIVE (PROMO)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20040" y="276148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76148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871216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 Subscription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Tiered subscription unlocking Digital Logbook, CFI tools, advanced flight planning &amp; AI features.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7560" y="283464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3756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320040" y="385876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85876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968496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CFI &amp; School Tiers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14400" y="4187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Professional dashboard for CFIs and flight schools. Per-seat or school-wide licensing model.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337560" y="393192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337560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4754880" y="166420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166420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73936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9240" y="1737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Banner Advertising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349240" y="1993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Aviation-adjacent advertisers (insurance, avionics, training). Impression-based, already rotating.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772400" y="173736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772400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4754880" y="276148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54880" y="276148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71216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49240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Data &amp; Partnerships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34924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Aggregate anonymized flight planning &amp; fuel price data. AirNav, AOPA, and FBO partnerships.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7772400" y="2834640"/>
            <a:ext cx="914400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77240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ROADMAP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 Don't Have a Direct Competitor.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That's the Point.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3774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536192"/>
            <a:ext cx="146304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Ready Set Fly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536192"/>
            <a:ext cx="14630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ForeFlight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1536192"/>
            <a:ext cx="14630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CloudAhoy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536192"/>
            <a:ext cx="141732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Aircraft.com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90195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Flight Planning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97480" y="190195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60520" y="190195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90195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190195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9019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231343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13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Aircraft Marketplace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231343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60520" y="231343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23560" y="231343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086600" y="231343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3134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" y="272491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 Weather / NOTAM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97480" y="272491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160520" y="272491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23560" y="272491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086600" y="272491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7249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" y="313639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136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CFI / Training Tools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97480" y="313639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60520" y="313639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623560" y="313639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086600" y="313639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31363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20040" y="354787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547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Logbook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97480" y="354787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160520" y="354787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6052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23560" y="354787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2356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086600" y="354787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547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20040" y="395935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3959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Free Tier Available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697480" y="395935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9748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160520" y="395935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23560" y="395935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2356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086600" y="395935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39593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320040" y="437083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Single Integrated Hub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97480" y="437083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9748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4160520" y="437083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6052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623560" y="437083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2356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086600" y="437083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RSF is the only platform combining a marketplace with an integrated tool ecosystem — creating a flywheel no single-purpose competitor can replicate.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Flywheel Growth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697480" cy="548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Tool-Led Acquisition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993392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Free tools drive organic search &amp; word-of-mouth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74320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SEO-optimized tool pages for high-intent pilot queries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49300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Post-tool-use sign-up nudge (already converting 5x)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0" y="1298448"/>
            <a:ext cx="2697480" cy="548640"/>
          </a:xfrm>
          <a:prstGeom prst="rect">
            <a:avLst/>
          </a:prstGeom>
          <a:solidFill>
            <a:srgbClr val="7CB9E8"/>
          </a:solidFill>
          <a:ln w="12700">
            <a:solidFill>
              <a:srgbClr val="7CB9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3756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84048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Community &amp; CFI Channel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99339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3931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CFI dashboard drives instructor adoption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74320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3931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Instructors bring student pilots to the platform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49300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3931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Flight school partnerships for institutional licensing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608076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080760" y="1298448"/>
            <a:ext cx="26974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1792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03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672084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Marketplace Network Effects</a:t>
            </a:r>
            <a:endParaRPr lang="en-US" sz="11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199339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1967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Aircraft listings attract renter pilots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74320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1967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Renters become listers, grow supply organically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49300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1967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TAILWINDS promo code seeding initial supply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3017520" y="2651760"/>
            <a:ext cx="18288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5897880" y="2651760"/>
            <a:ext cx="18288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Each phase reinforces the next — tools feed community, community builds the marketplace, marketplace revenue funds better tools.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B429"/>
                </a:solidFill>
              </a:rPr>
              <a:t>Pre-Seed Round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657600" cy="1645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B1F3A"/>
                </a:solidFill>
              </a:rPr>
              <a:t>$150K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132844"/>
                </a:solidFill>
              </a:rPr>
              <a:t>SEEKING  ·  OPEN TO $250K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51960" y="1261872"/>
            <a:ext cx="4572000" cy="16459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353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Use of Funds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45%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19472" y="1737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Product &amp; Engineering — AirNav integration, GPS sim, mobile optimization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201168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25%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011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Growth &amp; Marketing — Paid acquisition, aviation community outreach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34840" y="228600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2860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20%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19472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Operations &amp; Infrastructure — Hosting, APIs, security, legal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5603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10%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9472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Founder Runway — 6-month focused development sprint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8503920" cy="17373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12-Month Milestones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11880"/>
            <a:ext cx="228600" cy="2286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58952" y="362102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3621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Q2 2026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463040" y="3602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AirNav live, GPS simulator shipped, 500 registered users</a:t>
            </a:r>
            <a:endParaRPr lang="en-US" sz="9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0520"/>
            <a:ext cx="228600" cy="22860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58952" y="416966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Q3 2026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463040" y="4151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First paying marketplace listings, 1,000 users, CFI school deals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611880"/>
            <a:ext cx="228600" cy="2286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010912" y="362102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10912" y="3621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Q4 2026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5715000" y="3602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 subscription MRR &gt; $5K, Series A data room ready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160520"/>
            <a:ext cx="228600" cy="22860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5010912" y="416966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010912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</a:rPr>
              <a:t>Q1 2027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5715000" y="4151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Strategic partnership (AOPA / FBO network), 5,000 users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3474720" y="3657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Aviation Marketplace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</a:rPr>
              <a:t>with the Planning Tools Built In.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Pilots deserve a platform that works as hard as they do.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RSF is that platform — and we're just getting started.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3200400"/>
            <a:ext cx="40233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</a:rPr>
              <a:t>Ready Set Fly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6032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readysetfly.us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Pre-Seed Round Open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RSF – Investor Pitch Deck</dc:title>
  <dc:subject>PptxGenJS Presentation</dc:subject>
  <dc:creator>Ready Set Fly</dc:creator>
  <cp:lastModifiedBy>Ready Set Fly</cp:lastModifiedBy>
  <cp:revision>1</cp:revision>
  <dcterms:created xsi:type="dcterms:W3CDTF">2026-03-12T16:26:14Z</dcterms:created>
  <dcterms:modified xsi:type="dcterms:W3CDTF">2026-03-12T16:26:14Z</dcterms:modified>
</cp:coreProperties>
</file>